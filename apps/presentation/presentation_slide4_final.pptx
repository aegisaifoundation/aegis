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8C8C91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384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41148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C66A2B"/>
                </a:solidFill>
                <a:latin typeface="Inter"/>
              </a:defRPr>
            </a:pPr>
            <a:r>
              <a:t>THE SOLUTION</a:t>
            </a:r>
          </a:p>
          <a:p>
            <a:pPr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E1E1E"/>
                </a:solidFill>
                <a:latin typeface="Sora"/>
              </a:rPr>
              <a:t>DISTRIBUTED
</a:t>
            </a:r>
            <a:r>
              <a:rPr sz="3600" b="1">
                <a:solidFill>
                  <a:srgbClr val="C66A2B"/>
                </a:solidFill>
                <a:latin typeface="Sora"/>
              </a:rPr>
              <a:t>INTELLIGENCE
</a:t>
            </a:r>
            <a:r>
              <a:rPr sz="3600" b="1">
                <a:solidFill>
                  <a:srgbClr val="1E1E1E"/>
                </a:solidFill>
                <a:latin typeface="Sora"/>
              </a:rPr>
              <a:t>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457200" cy="18288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defRPr sz="1250">
                <a:solidFill>
                  <a:srgbClr val="1E1E1E"/>
                </a:solidFill>
                <a:latin typeface="Inter"/>
              </a:defRPr>
            </a:pPr>
            <a:r>
              <a:t>A secure, decentralized foundation that enables independent AI systems to connect, collaborate, and create collective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3657600" cy="822960"/>
          </a:xfrm>
          <a:prstGeom prst="round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2" y="4919472"/>
            <a:ext cx="402336" cy="402336"/>
          </a:xfrm>
          <a:prstGeom prst="ellipse">
            <a:avLst/>
          </a:prstGeom>
          <a:solidFill>
            <a:srgbClr val="0A0B0C"/>
          </a:solidFill>
          <a:ln w="1524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78992" y="5010912"/>
            <a:ext cx="219456" cy="21945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3000" y="5074920"/>
            <a:ext cx="91440" cy="9144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481888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F5F5F7"/>
                </a:solidFill>
                <a:latin typeface="Inter"/>
              </a:defRPr>
            </a:pPr>
            <a:r>
              <a:t>Connecting independent intelligence.</a:t>
            </a:r>
          </a:p>
          <a:p>
            <a:pPr>
              <a:defRPr sz="1050" b="1">
                <a:solidFill>
                  <a:srgbClr val="C66A2B"/>
                </a:solidFill>
                <a:latin typeface="Inter"/>
              </a:defRPr>
            </a:pPr>
            <a:r>
              <a:t>Empowering collective progress.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C66A2B"/>
                </a:solidFill>
                <a:latin typeface="Libre Baskerville"/>
              </a:rPr>
              <a:t>“   </a:t>
            </a:r>
            <a:r>
              <a:rPr sz="1300">
                <a:solidFill>
                  <a:srgbClr val="F5F5F7"/>
                </a:solidFill>
                <a:latin typeface="Libre Baskerville"/>
              </a:rPr>
              <a:t>Turning isolated AI systems into a network of </a:t>
            </a:r>
            <a:r>
              <a:rPr sz="1300" b="1">
                <a:solidFill>
                  <a:srgbClr val="C66A2B"/>
                </a:solidFill>
                <a:latin typeface="Libre Baskerville"/>
              </a:rPr>
              <a:t>collaborative intelligence</a:t>
            </a:r>
            <a:r>
              <a:rPr sz="1300">
                <a:solidFill>
                  <a:srgbClr val="F5F5F7"/>
                </a:solidFill>
                <a:latin typeface="Libre Baskerville"/>
              </a:rPr>
              <a:t>.</a:t>
            </a:r>
            <a:r>
              <a:rPr sz="1600" b="1">
                <a:solidFill>
                  <a:srgbClr val="C66A2B"/>
                </a:solidFill>
                <a:latin typeface="Libre Baskerville"/>
              </a:rPr>
              <a:t>   ”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874C990A-1751-AAE9-D774-CDF32D59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749808"/>
            <a:ext cx="7679758" cy="51231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Libre Baskerville</vt:lpstr>
      <vt:lpstr>Sora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GOKUL S</cp:lastModifiedBy>
  <cp:revision>2</cp:revision>
  <dcterms:created xsi:type="dcterms:W3CDTF">2013-01-27T09:14:16Z</dcterms:created>
  <dcterms:modified xsi:type="dcterms:W3CDTF">2026-08-04T17:26:51Z</dcterms:modified>
  <cp:category/>
</cp:coreProperties>
</file>