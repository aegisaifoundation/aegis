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egis_slide1_bg_17885247735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36576" cy="685800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C66A2B"/>
                </a:solidFill>
                <a:latin typeface="Inter"/>
              </a:defRPr>
            </a:pPr>
            <a:r>
              <a:t>01  |  AEGIS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0" b="1">
                <a:solidFill>
                  <a:srgbClr val="F5F5F7"/>
                </a:solidFill>
                <a:latin typeface="Sora"/>
              </a:defRPr>
            </a:pPr>
            <a:r>
              <a:t>AEGIS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C66A2B"/>
                </a:solidFill>
                <a:latin typeface="Inter"/>
              </a:defRPr>
            </a:pPr>
            <a:r>
              <a:t>Autonomous Emergent General Intelligence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3474720" cy="18288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657600"/>
            <a:ext cx="10698480" cy="2468880"/>
          </a:xfrm>
          <a:prstGeom prst="roundRect">
            <a:avLst/>
          </a:prstGeom>
          <a:solidFill>
            <a:srgbClr val="121418"/>
          </a:solidFill>
          <a:ln w="19050">
            <a:solidFill>
              <a:srgbClr val="28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4023360"/>
            <a:ext cx="36576" cy="1737360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39"/>
            <a:ext cx="9875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66A2B"/>
                </a:solidFill>
                <a:latin typeface="Inter"/>
              </a:defRPr>
            </a:pPr>
            <a:r>
              <a:t>THE CORE QUESTION</a:t>
            </a:r>
          </a:p>
          <a:p>
            <a:pPr>
              <a:lnSpc>
                <a:spcPct val="110000"/>
              </a:lnSpc>
              <a:defRPr sz="4000" b="1">
                <a:solidFill>
                  <a:srgbClr val="F5F5F7"/>
                </a:solidFill>
                <a:latin typeface="Sora"/>
              </a:defRPr>
            </a:pPr>
            <a:r>
              <a:t>WHO WILL CREATE THE INTELLIGENCE</a:t>
            </a:r>
            <a:br/>
            <a:r>
              <a:t>OF TOMORROW?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